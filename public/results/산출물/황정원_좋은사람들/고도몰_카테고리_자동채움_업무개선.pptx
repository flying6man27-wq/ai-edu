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사용자 제공 업무 설명, 업로드된 고도몰 자동채움 HTML 파일, 사용자 제공 화면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사용자 제공 업무 설명: 신제품 약 200개, 4명 2~3일, 고도몰 수기 카테고리/필터 선택 업무.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업로드된 HTML 파일 내 설명 및 코드 구조: 신제품 업로드, 검토/수정, 템플릿 S열 채워 저장, PATH2CODE 코드 사전, 제품 정보 기반 규칙.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사용자 제공 업무 설명과 자동채움 HTML 파일 기능 설명을 표로 재구성.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사용자 제공 업무 설명, 업로드된 자동채움 HTML 파일 기능 및 화면 내용.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7724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B"/>
                </a:solidFill>
              </a:rPr>
              <a:t>고도몰 상품등록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D1D1B"/>
                </a:solidFill>
              </a:rPr>
              <a:t>카테고리·필터 자동채움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21792" y="224942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23232"/>
                </a:solidFill>
              </a:rPr>
              <a:t>신제품 리스트 엑셀을 기준으로 상품 특징을 자동 판별하고, 등록 템플릿 S열(category_code)에 카테고리 코드를 자동 입력하는 업무 개선안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621792" y="3182112"/>
            <a:ext cx="4434840" cy="0"/>
          </a:xfrm>
          <a:prstGeom prst="line">
            <a:avLst/>
          </a:prstGeom>
          <a:noFill/>
          <a:ln w="15240">
            <a:solidFill>
              <a:srgbClr val="1D1D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1985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2F4A63"/>
                </a:solidFill>
              </a:rPr>
              <a:t>Before: 4명 × 2~3일 / 약 200개 수작업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2F4A63"/>
                </a:solidFill>
              </a:rPr>
              <a:t>After: 엑셀 업로드 → 자동 판별 → 코드 자동채움</a:t>
            </a:r>
            <a:endParaRPr lang="en-US" sz="1330" dirty="0"/>
          </a:p>
        </p:txBody>
      </p:sp>
      <p:pic>
        <p:nvPicPr>
          <p:cNvPr id="7" name="Image 0" descr="/mnt/data/ppt_work/screen1.png">    </p:cNvPr>
          <p:cNvPicPr>
            <a:picLocks noChangeAspect="1"/>
          </p:cNvPicPr>
          <p:nvPr/>
        </p:nvPicPr>
        <p:blipFill>
          <a:blip r:embed="rId1"/>
          <a:srcRect l="0" r="0" t="11459" b="11459"/>
          <a:stretch/>
        </p:blipFill>
        <p:spPr>
          <a:xfrm>
            <a:off x="6126480" y="594360"/>
            <a:ext cx="5440680" cy="2377440"/>
          </a:xfrm>
          <a:prstGeom prst="rect">
            <a:avLst/>
          </a:prstGeom>
        </p:spPr>
      </p:pic>
      <p:pic>
        <p:nvPicPr>
          <p:cNvPr id="8" name="Image 1" descr="/mnt/data/ppt_work/screen2.png">    </p:cNvPr>
          <p:cNvPicPr>
            <a:picLocks noChangeAspect="1"/>
          </p:cNvPicPr>
          <p:nvPr/>
        </p:nvPicPr>
        <p:blipFill>
          <a:blip r:embed="rId2"/>
          <a:srcRect l="0" r="0" t="15001" b="15001"/>
          <a:stretch/>
        </p:blipFill>
        <p:spPr>
          <a:xfrm>
            <a:off x="6126480" y="3182112"/>
            <a:ext cx="5440680" cy="2542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594360"/>
            <a:ext cx="5440680" cy="5129784"/>
          </a:xfrm>
          <a:prstGeom prst="rect">
            <a:avLst/>
          </a:prstGeom>
          <a:solidFill>
            <a:srgbClr val="FBFAF7">
              <a:alpha val="0"/>
            </a:srgbClr>
          </a:solidFill>
          <a:ln w="8890">
            <a:solidFill>
              <a:srgbClr val="1D1D1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" y="598932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2026.08.13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LEE | 고도몰 상품등록 자동화  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업무: 상품마다 판단하고, 상품마다 클릭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신제품 200개 기준 반복 업무가 팀 전체 리소스를 소모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1D1D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2688336" cy="1261872"/>
          </a:xfrm>
          <a:prstGeom prst="roundRect">
            <a:avLst>
              <a:gd name="adj" fmla="val 5797"/>
            </a:avLst>
          </a:prstGeom>
          <a:solidFill>
            <a:srgbClr val="F5F1EA"/>
          </a:solidFill>
          <a:ln w="8890">
            <a:solidFill>
              <a:srgbClr val="D8D1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45336"/>
            <a:ext cx="329184" cy="329184"/>
          </a:xfrm>
          <a:prstGeom prst="rect">
            <a:avLst/>
          </a:prstGeom>
          <a:solidFill>
            <a:srgbClr val="2F4A63"/>
          </a:solidFill>
          <a:ln>
            <a:solidFill>
              <a:srgbClr val="2F4A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2144" y="15544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B"/>
                </a:solidFill>
              </a:rPr>
              <a:t>제품 리스트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039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23232"/>
                </a:solidFill>
              </a:rPr>
              <a:t>타 부서 엑셀에서 품번·상품명·컬러·사이즈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88336" cy="1261872"/>
          </a:xfrm>
          <a:prstGeom prst="roundRect">
            <a:avLst>
              <a:gd name="adj" fmla="val 5797"/>
            </a:avLst>
          </a:prstGeom>
          <a:solidFill>
            <a:srgbClr val="FBFAF7"/>
          </a:solidFill>
          <a:ln w="8890">
            <a:solidFill>
              <a:srgbClr val="D8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545336"/>
            <a:ext cx="329184" cy="329184"/>
          </a:xfrm>
          <a:prstGeom prst="rect">
            <a:avLst/>
          </a:prstGeom>
          <a:solidFill>
            <a:srgbClr val="2F4A63"/>
          </a:solidFill>
          <a:ln>
            <a:solidFill>
              <a:srgbClr val="2F4A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59352" y="15544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B"/>
                </a:solidFill>
              </a:rPr>
              <a:t>카테고리 수기 작성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93592" y="2039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23232"/>
                </a:solidFill>
              </a:rPr>
              <a:t>제품 특징을 보고 담당자가 카테고리/필터 판단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6208" y="1417320"/>
            <a:ext cx="2688336" cy="1261872"/>
          </a:xfrm>
          <a:prstGeom prst="roundRect">
            <a:avLst>
              <a:gd name="adj" fmla="val 5797"/>
            </a:avLst>
          </a:prstGeom>
          <a:solidFill>
            <a:srgbClr val="F5F1EA"/>
          </a:solidFill>
          <a:ln w="8890">
            <a:solidFill>
              <a:srgbClr val="D8D1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545336"/>
            <a:ext cx="329184" cy="329184"/>
          </a:xfrm>
          <a:prstGeom prst="rect">
            <a:avLst/>
          </a:prstGeom>
          <a:solidFill>
            <a:srgbClr val="2F4A63"/>
          </a:solidFill>
          <a:ln>
            <a:solidFill>
              <a:srgbClr val="2F4A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B"/>
                </a:solidFill>
              </a:rPr>
              <a:t>고도몰 개별 진입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039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23232"/>
                </a:solidFill>
              </a:rPr>
              <a:t>상품마다 카테고리 선택 화면 열기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43416" y="1417320"/>
            <a:ext cx="2688336" cy="1261872"/>
          </a:xfrm>
          <a:prstGeom prst="roundRect">
            <a:avLst>
              <a:gd name="adj" fmla="val 5797"/>
            </a:avLst>
          </a:prstGeom>
          <a:solidFill>
            <a:srgbClr val="FBFAF7"/>
          </a:solidFill>
          <a:ln w="8890">
            <a:solidFill>
              <a:srgbClr val="D8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1545336"/>
            <a:ext cx="329184" cy="329184"/>
          </a:xfrm>
          <a:prstGeom prst="rect">
            <a:avLst/>
          </a:prstGeom>
          <a:solidFill>
            <a:srgbClr val="2F4A63"/>
          </a:solidFill>
          <a:ln>
            <a:solidFill>
              <a:srgbClr val="2F4A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73768" y="15544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B"/>
                </a:solidFill>
              </a:rPr>
              <a:t>항목별 클릭 저장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08008" y="2039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23232"/>
                </a:solidFill>
              </a:rPr>
              <a:t>컬러·사이즈·유형을 하나씩 선택 후 저장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B"/>
                </a:solidFill>
              </a:rPr>
              <a:t>문제 요약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3502152"/>
            <a:ext cx="10927080" cy="438912"/>
          </a:xfrm>
          <a:prstGeom prst="rect">
            <a:avLst/>
          </a:prstGeom>
          <a:solidFill>
            <a:srgbClr val="F7F4EE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63931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63"/>
                </a:solidFill>
              </a:rPr>
              <a:t>작업량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048" y="3639312"/>
            <a:ext cx="8787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232"/>
                </a:solidFill>
              </a:rPr>
              <a:t>약 200개 상품을 상품별로 반복 등록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941064"/>
            <a:ext cx="10927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07822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63"/>
                </a:solidFill>
              </a:rPr>
              <a:t>투입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048" y="4078224"/>
            <a:ext cx="8787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232"/>
                </a:solidFill>
              </a:rPr>
              <a:t>팀원 4명 기준 2~3일 소요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379976"/>
            <a:ext cx="10927080" cy="438912"/>
          </a:xfrm>
          <a:prstGeom prst="rect">
            <a:avLst/>
          </a:prstGeom>
          <a:solidFill>
            <a:srgbClr val="F7F4EE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51713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63"/>
                </a:solidFill>
              </a:rPr>
              <a:t>오류 위험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70048" y="4517136"/>
            <a:ext cx="8787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232"/>
                </a:solidFill>
              </a:rPr>
              <a:t>담당자별 판단 차이, 클릭 누락, 필터 오선택 가능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818888"/>
            <a:ext cx="10927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95604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63"/>
                </a:solidFill>
              </a:rPr>
              <a:t>시스템 한계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670048" y="4956048"/>
            <a:ext cx="8787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232"/>
                </a:solidFill>
              </a:rPr>
              <a:t>관리 업체 답변도 “각 버튼을 누르는 방식” 외 대안 제한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559552"/>
            <a:ext cx="10927080" cy="530352"/>
          </a:xfrm>
          <a:prstGeom prst="rect">
            <a:avLst/>
          </a:prstGeom>
          <a:solidFill>
            <a:srgbClr val="2F4A63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715000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결론: 수작업의 핵심은 “상품정보 판단 → 카테고리/필터 선택 → 코드 입력”이므로, 이 판단 규칙을 엑셀 기반으로 자동화해야 함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LEE | 고도몰 상품등록 자동화 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자동채움 구조: 제품 리스트를 규칙표로 해석해 S열에 반영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업로드 → 자동 판별 → 코드 변환 → 템플릿 저장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1D1D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8D1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0992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D1D1B"/>
                </a:solidFill>
              </a:rPr>
              <a:t>제품 리스트 엑셀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95528" y="21031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323232"/>
                </a:solidFill>
              </a:rPr>
              <a:t>품번 / 상품명 / 컬러 / 사이즈 / 라인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697480" y="1938528"/>
            <a:ext cx="310896" cy="384048"/>
          </a:xfrm>
          <a:prstGeom prst="chevron">
            <a:avLst/>
          </a:prstGeom>
          <a:solidFill>
            <a:srgbClr val="D75143"/>
          </a:solidFill>
          <a:ln w="12700">
            <a:solidFill>
              <a:srgbClr val="D751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1508760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8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170992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D1D1B"/>
                </a:solidFill>
              </a:rPr>
              <a:t>자동 판별 규칙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264408" y="21031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323232"/>
                </a:solidFill>
              </a:rPr>
              <a:t>브라·팬티·드로즈·이지웨어 등 분류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166360" y="1938528"/>
            <a:ext cx="310896" cy="384048"/>
          </a:xfrm>
          <a:prstGeom prst="chevron">
            <a:avLst/>
          </a:prstGeom>
          <a:solidFill>
            <a:srgbClr val="D75143"/>
          </a:solidFill>
          <a:ln w="12700">
            <a:solidFill>
              <a:srgbClr val="D751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96128" y="1508760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8D1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24144" y="170992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D1D1B"/>
                </a:solidFill>
              </a:rPr>
              <a:t>카테고리 사전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733288" y="21031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323232"/>
                </a:solidFill>
              </a:rPr>
              <a:t>카테고리·필터명을 고도몰 코드로 변환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635240" y="1938528"/>
            <a:ext cx="310896" cy="384048"/>
          </a:xfrm>
          <a:prstGeom prst="chevron">
            <a:avLst/>
          </a:prstGeom>
          <a:solidFill>
            <a:srgbClr val="D75143"/>
          </a:solidFill>
          <a:ln w="12700">
            <a:solidFill>
              <a:srgbClr val="D751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50876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8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170992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D1D1B"/>
                </a:solidFill>
              </a:rPr>
              <a:t>품번 매칭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202168" y="21031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323232"/>
                </a:solidFill>
              </a:rPr>
              <a:t>템플릿 상품코드와 연결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628632" y="1938528"/>
            <a:ext cx="310896" cy="384048"/>
          </a:xfrm>
          <a:prstGeom prst="chevron">
            <a:avLst/>
          </a:prstGeom>
          <a:solidFill>
            <a:srgbClr val="D75143"/>
          </a:solidFill>
          <a:ln w="12700">
            <a:solidFill>
              <a:srgbClr val="D751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76688" y="150876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2F4A63"/>
          </a:solidFill>
          <a:ln w="10160">
            <a:solidFill>
              <a:srgbClr val="2F4A6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04704" y="170992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S열 저장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0213848" y="21031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category_code 자동 입력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58368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B"/>
                </a:solidFill>
              </a:rPr>
              <a:t>프로그램 기능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" y="3703320"/>
            <a:ext cx="1097280" cy="256032"/>
          </a:xfrm>
          <a:prstGeom prst="rect">
            <a:avLst/>
          </a:prstGeom>
          <a:solidFill>
            <a:srgbClr val="3D6B4F"/>
          </a:solidFill>
          <a:ln>
            <a:solidFill>
              <a:srgbClr val="3D6B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자동 생성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56816" y="3721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23232"/>
                </a:solidFill>
              </a:rPr>
              <a:t>제품 정보 기반으로 카테고리(F)·필터(G) 자동 생성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6236208" y="3703320"/>
            <a:ext cx="1097280" cy="256032"/>
          </a:xfrm>
          <a:prstGeom prst="rect">
            <a:avLst/>
          </a:prstGeom>
          <a:solidFill>
            <a:srgbClr val="3D6B4F"/>
          </a:solidFill>
          <a:ln>
            <a:solidFill>
              <a:srgbClr val="3D6B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수정 가능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34656" y="3721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23232"/>
                </a:solidFill>
              </a:rPr>
              <a:t>자동 결과를 화면에서 검토하고 필요 시 직접 수정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58368" y="4434840"/>
            <a:ext cx="1097280" cy="256032"/>
          </a:xfrm>
          <a:prstGeom prst="rect">
            <a:avLst/>
          </a:prstGeom>
          <a:solidFill>
            <a:srgbClr val="3D6B4F"/>
          </a:solidFill>
          <a:ln>
            <a:solidFill>
              <a:srgbClr val="3D6B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재계산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56816" y="4453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23232"/>
                </a:solidFill>
              </a:rPr>
              <a:t>수정 즉시 S열 코드 재계산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236208" y="4434840"/>
            <a:ext cx="1097280" cy="256032"/>
          </a:xfrm>
          <a:prstGeom prst="rect">
            <a:avLst/>
          </a:prstGeom>
          <a:solidFill>
            <a:srgbClr val="3D6B4F"/>
          </a:solidFill>
          <a:ln>
            <a:solidFill>
              <a:srgbClr val="3D6B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서식 유지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34656" y="4453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23232"/>
                </a:solidFill>
              </a:rPr>
              <a:t>템플릿의 다른 셀·서식은 유지하고 S열만 채움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685800" y="5577840"/>
            <a:ext cx="10789920" cy="347472"/>
          </a:xfrm>
          <a:prstGeom prst="rect">
            <a:avLst/>
          </a:prstGeom>
          <a:solidFill>
            <a:srgbClr val="DDE9F2"/>
          </a:solidFill>
          <a:ln>
            <a:solidFill>
              <a:srgbClr val="DDE9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F4A63"/>
                </a:solidFill>
              </a:rPr>
              <a:t>핵심 로직: 상품명·품번·컬러·사이즈에서 여성/남성, 브라/팬티/드로즈/이지웨어, 컬러/사이즈 필터를 판단하고 코드 사전(PATH2CODE)으로 변환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LEE | 고도몰 상품등록 자동화 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개선 효과: 수작업 중심에서 검수 중심으로 전환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반복 클릭을 제거하고 예외 상품만 확인하는 구조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1D1D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325880" cy="548640"/>
          </a:xfrm>
          <a:prstGeom prst="rect">
            <a:avLst/>
          </a:prstGeom>
          <a:solidFill>
            <a:srgbClr val="2F4A6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8132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구분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1325880"/>
            <a:ext cx="3200400" cy="548640"/>
          </a:xfrm>
          <a:prstGeom prst="rect">
            <a:avLst/>
          </a:prstGeom>
          <a:solidFill>
            <a:srgbClr val="2F4A6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148132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기존 방식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3840480" cy="548640"/>
          </a:xfrm>
          <a:prstGeom prst="rect">
            <a:avLst/>
          </a:prstGeom>
          <a:solidFill>
            <a:srgbClr val="2F4A6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48132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자동화 방식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69680" y="1325880"/>
            <a:ext cx="2788920" cy="548640"/>
          </a:xfrm>
          <a:prstGeom prst="rect">
            <a:avLst/>
          </a:prstGeom>
          <a:solidFill>
            <a:srgbClr val="2F4A6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42832" y="1481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효과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1325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02996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23232"/>
                </a:solidFill>
              </a:rPr>
              <a:t>제품 확인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1828800" y="1874520"/>
            <a:ext cx="320040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202996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엑셀을 보고 담당자가 직접 판단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5029200" y="1874520"/>
            <a:ext cx="38404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02996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신제품 리스트 업로드 후 자동 분석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8869680" y="1874520"/>
            <a:ext cx="2788920" cy="548640"/>
          </a:xfrm>
          <a:prstGeom prst="rect">
            <a:avLst/>
          </a:prstGeom>
          <a:solidFill>
            <a:srgbClr val="F3F8F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42832" y="20299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D6B4F"/>
                </a:solidFill>
              </a:rPr>
              <a:t>확인 시간 단축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02920" y="2423160"/>
            <a:ext cx="1325880" cy="548640"/>
          </a:xfrm>
          <a:prstGeom prst="rect">
            <a:avLst/>
          </a:prstGeom>
          <a:solidFill>
            <a:srgbClr val="F7F4EE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57860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23232"/>
                </a:solidFill>
              </a:rPr>
              <a:t>카테고리 작성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1828800" y="2423160"/>
            <a:ext cx="3200400" cy="548640"/>
          </a:xfrm>
          <a:prstGeom prst="rect">
            <a:avLst/>
          </a:prstGeom>
          <a:solidFill>
            <a:srgbClr val="F7F4EE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257860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별도 시트에 수기 작성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5029200" y="2423160"/>
            <a:ext cx="3840480" cy="548640"/>
          </a:xfrm>
          <a:prstGeom prst="rect">
            <a:avLst/>
          </a:prstGeom>
          <a:solidFill>
            <a:srgbClr val="F7F4EE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57860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규칙 기반 카테고리·필터 자동 생성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8869680" y="2423160"/>
            <a:ext cx="2788920" cy="548640"/>
          </a:xfrm>
          <a:prstGeom prst="rect">
            <a:avLst/>
          </a:prstGeom>
          <a:solidFill>
            <a:srgbClr val="F3F8F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257860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D6B4F"/>
                </a:solidFill>
              </a:rPr>
              <a:t>누락/오입력 감소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502920" y="2971800"/>
            <a:ext cx="1325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312724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23232"/>
                </a:solidFill>
              </a:rPr>
              <a:t>고도몰 작업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1828800" y="2971800"/>
            <a:ext cx="320040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01952" y="312724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상품별 카테고리 버튼 개별 클릭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5029200" y="2971800"/>
            <a:ext cx="38404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12724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카테고리 코드로 변환 후 엑셀 일괄 반영</a:t>
            </a:r>
            <a:endParaRPr lang="en-US" sz="1010" dirty="0"/>
          </a:p>
        </p:txBody>
      </p:sp>
      <p:sp>
        <p:nvSpPr>
          <p:cNvPr id="35" name="Shape 33"/>
          <p:cNvSpPr/>
          <p:nvPr/>
        </p:nvSpPr>
        <p:spPr>
          <a:xfrm>
            <a:off x="8869680" y="2971800"/>
            <a:ext cx="2788920" cy="548640"/>
          </a:xfrm>
          <a:prstGeom prst="rect">
            <a:avLst/>
          </a:prstGeom>
          <a:solidFill>
            <a:srgbClr val="F3F8F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42832" y="312724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D6B4F"/>
                </a:solidFill>
              </a:rPr>
              <a:t>반복 클릭 제거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502920" y="3520440"/>
            <a:ext cx="1325880" cy="548640"/>
          </a:xfrm>
          <a:prstGeom prst="rect">
            <a:avLst/>
          </a:prstGeom>
          <a:solidFill>
            <a:srgbClr val="F7F4EE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367588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23232"/>
                </a:solidFill>
              </a:rPr>
              <a:t>검수 방식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1828800" y="3520440"/>
            <a:ext cx="3200400" cy="548640"/>
          </a:xfrm>
          <a:prstGeom prst="rect">
            <a:avLst/>
          </a:prstGeom>
          <a:solidFill>
            <a:srgbClr val="F7F4EE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01952" y="367588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전체 상품을 사람이 처리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5029200" y="3520440"/>
            <a:ext cx="3840480" cy="548640"/>
          </a:xfrm>
          <a:prstGeom prst="rect">
            <a:avLst/>
          </a:prstGeom>
          <a:solidFill>
            <a:srgbClr val="F7F4EE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367588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예외·미매칭 상품만 검수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8869680" y="3520440"/>
            <a:ext cx="2788920" cy="548640"/>
          </a:xfrm>
          <a:prstGeom prst="rect">
            <a:avLst/>
          </a:prstGeom>
          <a:solidFill>
            <a:srgbClr val="F3F8F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42832" y="367588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D6B4F"/>
                </a:solidFill>
              </a:rPr>
              <a:t>MD 판단 업무 집중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502920" y="4069080"/>
            <a:ext cx="1325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422452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23232"/>
                </a:solidFill>
              </a:rPr>
              <a:t>투입 리소스</a:t>
            </a:r>
            <a:endParaRPr lang="en-US" sz="1010" dirty="0"/>
          </a:p>
        </p:txBody>
      </p:sp>
      <p:sp>
        <p:nvSpPr>
          <p:cNvPr id="47" name="Shape 45"/>
          <p:cNvSpPr/>
          <p:nvPr/>
        </p:nvSpPr>
        <p:spPr>
          <a:xfrm>
            <a:off x="1828800" y="4069080"/>
            <a:ext cx="320040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01952" y="422452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4명 × 2~3일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5029200" y="4069080"/>
            <a:ext cx="38404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422452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3232"/>
                </a:solidFill>
              </a:rPr>
              <a:t>업로드·자동채움·검수 중심</a:t>
            </a:r>
            <a:endParaRPr lang="en-US" sz="1010" dirty="0"/>
          </a:p>
        </p:txBody>
      </p:sp>
      <p:sp>
        <p:nvSpPr>
          <p:cNvPr id="51" name="Shape 49"/>
          <p:cNvSpPr/>
          <p:nvPr/>
        </p:nvSpPr>
        <p:spPr>
          <a:xfrm>
            <a:off x="8869680" y="4069080"/>
            <a:ext cx="2788920" cy="548640"/>
          </a:xfrm>
          <a:prstGeom prst="rect">
            <a:avLst/>
          </a:prstGeom>
          <a:solidFill>
            <a:srgbClr val="F3F8F3"/>
          </a:solidFill>
          <a:ln w="5715">
            <a:solidFill>
              <a:srgbClr val="D8D1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42832" y="42245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D6B4F"/>
                </a:solidFill>
              </a:rPr>
              <a:t>업무시간 대폭 절감</a:t>
            </a:r>
            <a:endParaRPr lang="en-US" sz="1010" dirty="0"/>
          </a:p>
        </p:txBody>
      </p:sp>
      <p:sp>
        <p:nvSpPr>
          <p:cNvPr id="53" name="Text 51"/>
          <p:cNvSpPr/>
          <p:nvPr/>
        </p:nvSpPr>
        <p:spPr>
          <a:xfrm>
            <a:off x="914400" y="5376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4A63"/>
                </a:solidFill>
              </a:rPr>
              <a:t>약 200개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14400" y="58247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신제품 등록 물량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09160" y="5376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5143"/>
                </a:solidFill>
              </a:rPr>
              <a:t>4명 × 2~3일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709160" y="58247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기존 투입 리소스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503920" y="5376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4A63"/>
                </a:solidFill>
              </a:rPr>
              <a:t>S열 자동 입력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8503920" y="58247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category_code 자동채움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LEE | 고도몰 상품등록 자동화 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방식: 자동 생성 + 예외 검수 + 규칙 고도화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신제품 시즌마다 반복 가능한 표준 프로세스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1D1D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184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4A63"/>
                </a:solidFill>
              </a:rPr>
              <a:t>① 업로드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57400" y="16184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323232"/>
                </a:solidFill>
              </a:rPr>
              <a:t>신제품 리스트 엑셀과 등록 템플릿을 프로그램에 업로드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786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4A63"/>
                </a:solidFill>
              </a:rPr>
              <a:t>② 검토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57400" y="2578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323232"/>
                </a:solidFill>
              </a:rPr>
              <a:t>자동 생성된 카테고리(F), 필터(G), 코드(S)를 확인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2F4A63"/>
          </a:solidFill>
          <a:ln w="9525">
            <a:solidFill>
              <a:srgbClr val="2F4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387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③ 저장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057400" y="3538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</a:rPr>
              <a:t>품번 기준으로 템플릿 S열에 category_code를 채워 저장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640080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B"/>
                </a:solidFill>
              </a:rPr>
              <a:t>관리 포인트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1856232"/>
            <a:ext cx="49834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30" dirty="0">
                <a:solidFill>
                  <a:srgbClr val="323232"/>
                </a:solidFill>
              </a:rPr>
              <a:t>자동 판별 실패 행은 “확인필요”로 표시해 검수 대상 분리</a:t>
            </a:r>
            <a:endParaRPr lang="en-US" sz="1230" dirty="0"/>
          </a:p>
          <a:p>
            <a:r>
              <a:rPr lang="en-US" sz="1230" dirty="0">
                <a:solidFill>
                  <a:srgbClr val="323232"/>
                </a:solidFill>
              </a:rPr>
              <a:t>신규 컬러·신규 사이즈·신규 카테고리 발생 시 코드 사전에 추가</a:t>
            </a:r>
            <a:endParaRPr lang="en-US" sz="1230" dirty="0"/>
          </a:p>
          <a:p>
            <a:r>
              <a:rPr lang="en-US" sz="1230" dirty="0">
                <a:solidFill>
                  <a:srgbClr val="323232"/>
                </a:solidFill>
              </a:rPr>
              <a:t>여성 카테고리는 상위→하위 흐름을 우선 반영해 규칙 정확도 개선</a:t>
            </a:r>
            <a:endParaRPr lang="en-US" sz="1230" dirty="0"/>
          </a:p>
          <a:p>
            <a:r>
              <a:rPr lang="en-US" sz="1230" dirty="0">
                <a:solidFill>
                  <a:srgbClr val="323232"/>
                </a:solidFill>
              </a:rPr>
              <a:t>시즌 반복 등록 시 동일 규칙을 재사용해 처리 속도 안정화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731520" y="4791456"/>
            <a:ext cx="10789920" cy="777240"/>
          </a:xfrm>
          <a:prstGeom prst="rect">
            <a:avLst/>
          </a:prstGeom>
          <a:solidFill>
            <a:srgbClr val="F5F1EA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010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5143"/>
                </a:solidFill>
              </a:rPr>
              <a:t>요약 문장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4974336"/>
            <a:ext cx="8641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1D1B"/>
                </a:solidFill>
              </a:rPr>
              <a:t>상품정보를 기준으로 카테고리·필터를 자동 판별하고, 고도몰 코드로 변환해 등록 템플릿 S열에 자동 반영하는 업무 자동화입니다.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LEE | 고도몰 상품등록 자동화   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고도몰 상품등록 카테고리 자동채움 개선안</dc:title>
  <dc:subject>고도몰 카테고리 필터 자동채움 업무 개선</dc:subject>
  <dc:creator>ChatGPT</dc:creator>
  <cp:lastModifiedBy>ChatGPT</cp:lastModifiedBy>
  <cp:revision>1</cp:revision>
  <dcterms:created xsi:type="dcterms:W3CDTF">2026-08-13T06:57:44Z</dcterms:created>
  <dcterms:modified xsi:type="dcterms:W3CDTF">2026-08-13T06:57:44Z</dcterms:modified>
</cp:coreProperties>
</file>